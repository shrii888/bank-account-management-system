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6360" y="-320040"/>
            <a:ext cx="2011680" cy="201168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502920" y="5989320"/>
            <a:ext cx="1828800" cy="128016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9AA"/>
                </a:solidFill>
                <a:latin typeface="Aptos"/>
              </a:rPr>
              <a:t>PROJECT 03  •  BLEEP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5623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6314E"/>
                </a:solidFill>
                <a:latin typeface="Aptos"/>
              </a:rPr>
              <a:t>🏦 BANK ACCOUNT</a:t>
            </a:r>
          </a:p>
          <a:p>
            <a:pPr algn="l">
              <a:spcAft>
                <a:spcPts val="700"/>
              </a:spcAft>
            </a:pPr>
            <a:r>
              <a:rPr sz="3100" b="1">
                <a:solidFill>
                  <a:srgbClr val="16314E"/>
                </a:solidFill>
                <a:latin typeface="Aptos"/>
              </a:rPr>
              <a:t>MANAGEMENT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5852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303A"/>
                </a:solidFill>
                <a:latin typeface="Aptos"/>
              </a:rPr>
              <a:t>From a real-world banking problem → to a Python-based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5715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976"/>
                </a:solidFill>
                <a:latin typeface="Aptos"/>
              </a:rPr>
              <a:t>Bleep India • Python Project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2B69AA"/>
                </a:solidFill>
                <a:latin typeface="Aptos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6360" y="-320040"/>
            <a:ext cx="2011680" cy="201168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502920" y="5989320"/>
            <a:ext cx="1828800" cy="128016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9AA"/>
                </a:solidFill>
                <a:latin typeface="Aptos"/>
              </a:rPr>
              <a:t>PROJECT 03  •  BLEEP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5623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314E"/>
                </a:solidFill>
                <a:latin typeface="Aptos"/>
              </a:rPr>
              <a:t>💡 THE BUSINESS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5852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A simple banking system still needs to manage customer accounts, balances, deposits, withdrawals and transaction history.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The challenge: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How can I build a system that manages these operations while keeping records saved for future use?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5715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976"/>
                </a:solidFill>
                <a:latin typeface="Aptos"/>
              </a:rPr>
              <a:t>Problem → Structure →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2B69AA"/>
                </a:solidFill>
                <a:latin typeface="Aptos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6360" y="-320040"/>
            <a:ext cx="2011680" cy="201168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502920" y="5989320"/>
            <a:ext cx="1828800" cy="128016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9AA"/>
                </a:solidFill>
                <a:latin typeface="Aptos"/>
              </a:rPr>
              <a:t>PROJECT 03  •  BLEEP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5623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314E"/>
                </a:solidFill>
                <a:latin typeface="Aptos"/>
              </a:rPr>
              <a:t>🎯 WHAT WAS I TRYING TO BUILD?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5852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A menu-driven banking system that allows users to: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1  Create an account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2  Deposit money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3  Withdraw money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4  Check balance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5  View transaction history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6  Exit the system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Key requirement: the records had to persist.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5715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976"/>
                </a:solidFill>
                <a:latin typeface="Aptos"/>
              </a:rPr>
              <a:t>Goal: turn individual Python concepts into one working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2B69AA"/>
                </a:solidFill>
                <a:latin typeface="Aptos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6360" y="-320040"/>
            <a:ext cx="2011680" cy="201168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502920" y="5989320"/>
            <a:ext cx="1828800" cy="128016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9AA"/>
                </a:solidFill>
                <a:latin typeface="Aptos"/>
              </a:rPr>
              <a:t>PROJECT 03  •  BLEEP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5623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314E"/>
                </a:solidFill>
                <a:latin typeface="Aptos"/>
              </a:rPr>
              <a:t>🧩 MY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5852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I broke the problem into smaller functions instead of writing one large program.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Create Account  →  Deposit  →  Withdraw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          ↓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   Check Balance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          ↓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 Transaction History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          ↓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    Save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5715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976"/>
                </a:solidFill>
                <a:latin typeface="Aptos"/>
              </a:rPr>
              <a:t>Modular functions made the system easier to build, test and understand.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2B69AA"/>
                </a:solidFill>
                <a:latin typeface="Aptos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6360" y="-320040"/>
            <a:ext cx="2011680" cy="201168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502920" y="5989320"/>
            <a:ext cx="1828800" cy="128016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9AA"/>
                </a:solidFill>
                <a:latin typeface="Aptos"/>
              </a:rPr>
              <a:t>PROJECT 03  •  BLEEP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5623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314E"/>
                </a:solidFill>
                <a:latin typeface="Aptos"/>
              </a:rPr>
              <a:t>🛠️ THE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5852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🐍 Python — application logic &amp; user interaction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📦 Lists &amp; dictionaries — structured account data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📄 JSON — persistent storage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⏱️ datetime — transaction timestamps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💾 save_records() — writes updated records to bank.json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User Action → Function → Update → Transaction → Save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5715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976"/>
                </a:solidFill>
                <a:latin typeface="Aptos"/>
              </a:rPr>
              <a:t>The solution connects program logic with persistent data storage.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2B69AA"/>
                </a:solidFill>
                <a:latin typeface="Aptos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6360" y="-320040"/>
            <a:ext cx="2011680" cy="201168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502920" y="5989320"/>
            <a:ext cx="1828800" cy="128016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9AA"/>
                </a:solidFill>
                <a:latin typeface="Aptos"/>
              </a:rPr>
              <a:t>PROJECT 03  •  BLEEP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5623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314E"/>
                </a:solidFill>
                <a:latin typeface="Aptos"/>
              </a:rPr>
              <a:t>📂 HOW THE DATA IS STRUCTURED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5852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Each account stores: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• Account Number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• Account Holder Name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• Balance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• Transactions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   • Type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   • Amount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   • Date &amp; Time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This keeps account information and its transaction history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5715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976"/>
                </a:solidFill>
                <a:latin typeface="Aptos"/>
              </a:rPr>
              <a:t>Example: account_number • name • balance • 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2B69AA"/>
                </a:solidFill>
                <a:latin typeface="Aptos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6360" y="-320040"/>
            <a:ext cx="2011680" cy="201168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502920" y="5989320"/>
            <a:ext cx="1828800" cy="128016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9AA"/>
                </a:solidFill>
                <a:latin typeface="Aptos"/>
              </a:rPr>
              <a:t>PROJECT 03  •  BLEEP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5623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314E"/>
                </a:solidFill>
                <a:latin typeface="Aptos"/>
              </a:rPr>
              <a:t>🔍 BUSINESS RULES &amp;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5852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I tested the main banking scenarios: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✅ Duplicate account number → stopped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✅ Deposit → balance updated + transaction recorded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✅ Withdrawal → balance checked first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✅ Withdrawal above balance → “Insufficient balance!”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✅ Invalid account → “Account not found!”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✅ Transaction history → type, amount &amp; date/time displayed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5715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976"/>
                </a:solidFill>
                <a:latin typeface="Aptos"/>
              </a:rPr>
              <a:t>Build it → test it → find issues → improve the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2B69AA"/>
                </a:solidFill>
                <a:latin typeface="Aptos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6360" y="-320040"/>
            <a:ext cx="2011680" cy="201168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502920" y="5989320"/>
            <a:ext cx="1828800" cy="128016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9AA"/>
                </a:solidFill>
                <a:latin typeface="Aptos"/>
              </a:rPr>
              <a:t>PROJECT 03  •  BLEEP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5623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314E"/>
                </a:solidFill>
                <a:latin typeface="Aptos"/>
              </a:rPr>
              <a:t>🚀 THE FINAL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5852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A menu-driven interface connects all the functions: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1. Create Account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2. Deposit Money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3. Withdraw Money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4. Check Balance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5. Transaction History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6. Exit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The system was tested end-to-end and records were saved to JSON.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5715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976"/>
                </a:solidFill>
                <a:latin typeface="Aptos"/>
              </a:rPr>
              <a:t>From separate functions → to a complete working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2B69AA"/>
                </a:solidFill>
                <a:latin typeface="Aptos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6360" y="-320040"/>
            <a:ext cx="2011680" cy="201168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502920" y="5989320"/>
            <a:ext cx="1828800" cy="128016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9AA"/>
                </a:solidFill>
                <a:latin typeface="Aptos"/>
              </a:rPr>
              <a:t>PROJECT 03  •  BLEEP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5623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314E"/>
                </a:solidFill>
                <a:latin typeface="Aptos"/>
              </a:rPr>
              <a:t>🧠 WHAT I LEARNED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5852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This project helped me move beyond individual Python programs and think about building a complete application.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Technical learning: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🐍 Functions &amp; modular programming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📦 Lists &amp; dictionaries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🔁 Loops &amp; conditional logic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📄 JSON &amp; file handling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💾 Data persistence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⏱️ Date/time handling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🐛 Debugging &amp;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5715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976"/>
                </a:solidFill>
                <a:latin typeface="Aptos"/>
              </a:rPr>
              <a:t>Biggest takeaway: solve the real-world problem first, then break it into manageable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2B69AA"/>
                </a:solidFill>
                <a:latin typeface="Aptos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6360" y="-320040"/>
            <a:ext cx="2011680" cy="201168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502920" y="5989320"/>
            <a:ext cx="1828800" cy="128016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9AA"/>
                </a:solidFill>
                <a:latin typeface="Aptos"/>
              </a:rPr>
              <a:t>PROJECT 03  •  BLEEP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5623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314E"/>
                </a:solidFill>
                <a:latin typeface="Aptos"/>
              </a:rPr>
              <a:t>🚀 WHAT'S NEXT?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5852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If I were to scale this system further: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🔐 PIN/password authentication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🔎 Account search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💸 Account-to-account transfers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🧾 Mini statements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🆔 Transaction IDs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✅ Stronger input validation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🗄️ SQL/database integration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🖥️ Graphical user interface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JSON → Database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CLI →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5715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976"/>
                </a:solidFill>
                <a:latin typeface="Aptos"/>
              </a:rPr>
              <a:t>This project gives me a foundation for the next level of development.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2B69AA"/>
                </a:solidFill>
                <a:latin typeface="Aptos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6360" y="-320040"/>
            <a:ext cx="2011680" cy="201168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502920" y="5989320"/>
            <a:ext cx="1828800" cy="1280160"/>
          </a:xfrm>
          <a:prstGeom prst="roundRect">
            <a:avLst/>
          </a:prstGeom>
          <a:solidFill>
            <a:srgbClr val="DE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9AA"/>
                </a:solidFill>
                <a:latin typeface="Aptos"/>
              </a:rPr>
              <a:t>PROJECT 03  •  BLEEP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5623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6314E"/>
                </a:solidFill>
                <a:latin typeface="Aptos"/>
              </a:rPr>
              <a:t>🏦 PROJECT 03 • BLEEP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5852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BANK ACCOUNT MANAGEMENT SYSTEM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Python | JSON | File Handling | Functions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Built to practice: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Problem Solving • Python • Data Handling • Application Logic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303A"/>
                </a:solidFill>
                <a:latin typeface="Aptos"/>
              </a:rPr>
              <a:t>🔗 GitHub: Add your repository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5715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A6976"/>
                </a:solidFill>
                <a:latin typeface="Aptos"/>
              </a:rPr>
              <a:t>Thank you for viewing my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2B69AA"/>
                </a:solidFill>
                <a:latin typeface="Aptos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